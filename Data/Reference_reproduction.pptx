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57" r:id="rId3"/>
    <p:sldId id="260" r:id="rId4"/>
    <p:sldId id="258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B0D1F-AFF4-0843-BDB9-72163425E2AE}" v="44" dt="2026-08-03T15:46:49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4"/>
    <p:restoredTop sz="94667"/>
  </p:normalViewPr>
  <p:slideViewPr>
    <p:cSldViewPr snapToGrid="0">
      <p:cViewPr varScale="1">
        <p:scale>
          <a:sx n="110" d="100"/>
          <a:sy n="110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kai Yang" userId="8e02c822-c327-48a7-81c5-b1fa0bcfafb6" providerId="ADAL" clId="{C543DA76-4D31-5754-9A3C-28953F977D6B}"/>
    <pc:docChg chg="undo custSel addSld delSld modSld sldOrd">
      <pc:chgData name="Yikai Yang" userId="8e02c822-c327-48a7-81c5-b1fa0bcfafb6" providerId="ADAL" clId="{C543DA76-4D31-5754-9A3C-28953F977D6B}" dt="2026-08-03T15:47:00.769" v="707" actId="1076"/>
      <pc:docMkLst>
        <pc:docMk/>
      </pc:docMkLst>
      <pc:sldChg chg="addSp delSp modSp mod">
        <pc:chgData name="Yikai Yang" userId="8e02c822-c327-48a7-81c5-b1fa0bcfafb6" providerId="ADAL" clId="{C543DA76-4D31-5754-9A3C-28953F977D6B}" dt="2026-08-03T15:14:40.138" v="646" actId="1076"/>
        <pc:sldMkLst>
          <pc:docMk/>
          <pc:sldMk cId="461740868" sldId="257"/>
        </pc:sldMkLst>
        <pc:spChg chg="add del mod">
          <ac:chgData name="Yikai Yang" userId="8e02c822-c327-48a7-81c5-b1fa0bcfafb6" providerId="ADAL" clId="{C543DA76-4D31-5754-9A3C-28953F977D6B}" dt="2026-08-03T15:14:23.027" v="645" actId="478"/>
          <ac:spMkLst>
            <pc:docMk/>
            <pc:sldMk cId="461740868" sldId="257"/>
            <ac:spMk id="2" creationId="{F6210D9B-EBB9-AE2A-6964-D8AA1E189E47}"/>
          </ac:spMkLst>
        </pc:spChg>
        <pc:spChg chg="add mod">
          <ac:chgData name="Yikai Yang" userId="8e02c822-c327-48a7-81c5-b1fa0bcfafb6" providerId="ADAL" clId="{C543DA76-4D31-5754-9A3C-28953F977D6B}" dt="2026-08-03T15:14:40.138" v="646" actId="1076"/>
          <ac:spMkLst>
            <pc:docMk/>
            <pc:sldMk cId="461740868" sldId="257"/>
            <ac:spMk id="3" creationId="{AA7CE775-581B-FD4C-DB96-B334A8B8995D}"/>
          </ac:spMkLst>
        </pc:spChg>
        <pc:spChg chg="add del mod">
          <ac:chgData name="Yikai Yang" userId="8e02c822-c327-48a7-81c5-b1fa0bcfafb6" providerId="ADAL" clId="{C543DA76-4D31-5754-9A3C-28953F977D6B}" dt="2026-08-03T11:08:05.610" v="52"/>
          <ac:spMkLst>
            <pc:docMk/>
            <pc:sldMk cId="461740868" sldId="257"/>
            <ac:spMk id="7" creationId="{6ED833A6-E3C7-629B-9ADC-8FFAEDBCE9E6}"/>
          </ac:spMkLst>
        </pc:spChg>
        <pc:spChg chg="add mod">
          <ac:chgData name="Yikai Yang" userId="8e02c822-c327-48a7-81c5-b1fa0bcfafb6" providerId="ADAL" clId="{C543DA76-4D31-5754-9A3C-28953F977D6B}" dt="2026-08-03T15:13:27.062" v="585" actId="1036"/>
          <ac:spMkLst>
            <pc:docMk/>
            <pc:sldMk cId="461740868" sldId="257"/>
            <ac:spMk id="8" creationId="{B291DF84-D691-7656-8565-3CC87298AE88}"/>
          </ac:spMkLst>
        </pc:spChg>
        <pc:spChg chg="add mod">
          <ac:chgData name="Yikai Yang" userId="8e02c822-c327-48a7-81c5-b1fa0bcfafb6" providerId="ADAL" clId="{C543DA76-4D31-5754-9A3C-28953F977D6B}" dt="2026-08-03T15:13:27.062" v="585" actId="1036"/>
          <ac:spMkLst>
            <pc:docMk/>
            <pc:sldMk cId="461740868" sldId="257"/>
            <ac:spMk id="9" creationId="{F98CDF1F-DDF2-4CF4-7790-76937E06B1FB}"/>
          </ac:spMkLst>
        </pc:spChg>
        <pc:picChg chg="mod">
          <ac:chgData name="Yikai Yang" userId="8e02c822-c327-48a7-81c5-b1fa0bcfafb6" providerId="ADAL" clId="{C543DA76-4D31-5754-9A3C-28953F977D6B}" dt="2026-08-03T15:13:27.062" v="585" actId="1036"/>
          <ac:picMkLst>
            <pc:docMk/>
            <pc:sldMk cId="461740868" sldId="257"/>
            <ac:picMk id="5" creationId="{5AFE3D91-A447-2BB5-5399-85A1888FEDB7}"/>
          </ac:picMkLst>
        </pc:picChg>
        <pc:picChg chg="mod">
          <ac:chgData name="Yikai Yang" userId="8e02c822-c327-48a7-81c5-b1fa0bcfafb6" providerId="ADAL" clId="{C543DA76-4D31-5754-9A3C-28953F977D6B}" dt="2026-08-03T15:13:27.062" v="585" actId="1036"/>
          <ac:picMkLst>
            <pc:docMk/>
            <pc:sldMk cId="461740868" sldId="257"/>
            <ac:picMk id="6" creationId="{87231054-E2EE-42A8-6FAE-791DF8A1ABC5}"/>
          </ac:picMkLst>
        </pc:picChg>
      </pc:sldChg>
      <pc:sldChg chg="new del ord">
        <pc:chgData name="Yikai Yang" userId="8e02c822-c327-48a7-81c5-b1fa0bcfafb6" providerId="ADAL" clId="{C543DA76-4D31-5754-9A3C-28953F977D6B}" dt="2026-08-03T11:08:40.854" v="56" actId="2696"/>
        <pc:sldMkLst>
          <pc:docMk/>
          <pc:sldMk cId="1115568734" sldId="258"/>
        </pc:sldMkLst>
      </pc:sldChg>
      <pc:sldChg chg="addSp delSp modSp new mod ord">
        <pc:chgData name="Yikai Yang" userId="8e02c822-c327-48a7-81c5-b1fa0bcfafb6" providerId="ADAL" clId="{C543DA76-4D31-5754-9A3C-28953F977D6B}" dt="2026-08-03T15:05:44.269" v="516" actId="20578"/>
        <pc:sldMkLst>
          <pc:docMk/>
          <pc:sldMk cId="2872909517" sldId="258"/>
        </pc:sldMkLst>
        <pc:spChg chg="del">
          <ac:chgData name="Yikai Yang" userId="8e02c822-c327-48a7-81c5-b1fa0bcfafb6" providerId="ADAL" clId="{C543DA76-4D31-5754-9A3C-28953F977D6B}" dt="2026-08-03T11:11:38.620" v="151" actId="478"/>
          <ac:spMkLst>
            <pc:docMk/>
            <pc:sldMk cId="2872909517" sldId="258"/>
            <ac:spMk id="2" creationId="{3E83F673-995D-574B-111C-6C3DFCD84C5E}"/>
          </ac:spMkLst>
        </pc:spChg>
        <pc:spChg chg="del">
          <ac:chgData name="Yikai Yang" userId="8e02c822-c327-48a7-81c5-b1fa0bcfafb6" providerId="ADAL" clId="{C543DA76-4D31-5754-9A3C-28953F977D6B}" dt="2026-08-03T11:11:38.620" v="151" actId="478"/>
          <ac:spMkLst>
            <pc:docMk/>
            <pc:sldMk cId="2872909517" sldId="258"/>
            <ac:spMk id="3" creationId="{B4B82898-79C4-2598-69A8-152148BF59A8}"/>
          </ac:spMkLst>
        </pc:spChg>
        <pc:spChg chg="add mod">
          <ac:chgData name="Yikai Yang" userId="8e02c822-c327-48a7-81c5-b1fa0bcfafb6" providerId="ADAL" clId="{C543DA76-4D31-5754-9A3C-28953F977D6B}" dt="2026-08-03T11:12:27.200" v="178" actId="1076"/>
          <ac:spMkLst>
            <pc:docMk/>
            <pc:sldMk cId="2872909517" sldId="258"/>
            <ac:spMk id="6" creationId="{761FC81C-FFB0-7021-95AA-4EE824A5537D}"/>
          </ac:spMkLst>
        </pc:spChg>
        <pc:spChg chg="add mod">
          <ac:chgData name="Yikai Yang" userId="8e02c822-c327-48a7-81c5-b1fa0bcfafb6" providerId="ADAL" clId="{C543DA76-4D31-5754-9A3C-28953F977D6B}" dt="2026-08-03T11:12:39.640" v="194" actId="20577"/>
          <ac:spMkLst>
            <pc:docMk/>
            <pc:sldMk cId="2872909517" sldId="258"/>
            <ac:spMk id="7" creationId="{48BB4373-2DD0-494B-3DEA-CE373B241DCF}"/>
          </ac:spMkLst>
        </pc:spChg>
        <pc:spChg chg="add mod">
          <ac:chgData name="Yikai Yang" userId="8e02c822-c327-48a7-81c5-b1fa0bcfafb6" providerId="ADAL" clId="{C543DA76-4D31-5754-9A3C-28953F977D6B}" dt="2026-08-03T11:13:40.920" v="199" actId="1582"/>
          <ac:spMkLst>
            <pc:docMk/>
            <pc:sldMk cId="2872909517" sldId="258"/>
            <ac:spMk id="8" creationId="{0668E2AF-E7C2-BD0A-9A47-2A5A9A837032}"/>
          </ac:spMkLst>
        </pc:spChg>
        <pc:spChg chg="add mod">
          <ac:chgData name="Yikai Yang" userId="8e02c822-c327-48a7-81c5-b1fa0bcfafb6" providerId="ADAL" clId="{C543DA76-4D31-5754-9A3C-28953F977D6B}" dt="2026-08-03T11:13:58.935" v="203" actId="1076"/>
          <ac:spMkLst>
            <pc:docMk/>
            <pc:sldMk cId="2872909517" sldId="258"/>
            <ac:spMk id="9" creationId="{AB523D23-01CF-C1D1-D603-5607F3804A7D}"/>
          </ac:spMkLst>
        </pc:spChg>
        <pc:picChg chg="add del mod">
          <ac:chgData name="Yikai Yang" userId="8e02c822-c327-48a7-81c5-b1fa0bcfafb6" providerId="ADAL" clId="{C543DA76-4D31-5754-9A3C-28953F977D6B}" dt="2026-08-03T11:11:38.620" v="151" actId="478"/>
          <ac:picMkLst>
            <pc:docMk/>
            <pc:sldMk cId="2872909517" sldId="258"/>
            <ac:picMk id="4" creationId="{C985402C-785C-EC4D-E984-4B30BC456688}"/>
          </ac:picMkLst>
        </pc:picChg>
        <pc:picChg chg="add mod">
          <ac:chgData name="Yikai Yang" userId="8e02c822-c327-48a7-81c5-b1fa0bcfafb6" providerId="ADAL" clId="{C543DA76-4D31-5754-9A3C-28953F977D6B}" dt="2026-08-03T11:13:49.551" v="202" actId="1076"/>
          <ac:picMkLst>
            <pc:docMk/>
            <pc:sldMk cId="2872909517" sldId="258"/>
            <ac:picMk id="5" creationId="{38318230-089E-6DF7-53AA-33ED016331AC}"/>
          </ac:picMkLst>
        </pc:picChg>
      </pc:sldChg>
      <pc:sldChg chg="modSp new mod ord">
        <pc:chgData name="Yikai Yang" userId="8e02c822-c327-48a7-81c5-b1fa0bcfafb6" providerId="ADAL" clId="{C543DA76-4D31-5754-9A3C-28953F977D6B}" dt="2026-08-03T11:09:56.751" v="149" actId="20577"/>
        <pc:sldMkLst>
          <pc:docMk/>
          <pc:sldMk cId="2701657666" sldId="259"/>
        </pc:sldMkLst>
        <pc:spChg chg="mod">
          <ac:chgData name="Yikai Yang" userId="8e02c822-c327-48a7-81c5-b1fa0bcfafb6" providerId="ADAL" clId="{C543DA76-4D31-5754-9A3C-28953F977D6B}" dt="2026-08-03T11:09:46.916" v="128" actId="27636"/>
          <ac:spMkLst>
            <pc:docMk/>
            <pc:sldMk cId="2701657666" sldId="259"/>
            <ac:spMk id="2" creationId="{602D07DE-0FEA-1703-0DE8-EBA326DAA555}"/>
          </ac:spMkLst>
        </pc:spChg>
        <pc:spChg chg="mod">
          <ac:chgData name="Yikai Yang" userId="8e02c822-c327-48a7-81c5-b1fa0bcfafb6" providerId="ADAL" clId="{C543DA76-4D31-5754-9A3C-28953F977D6B}" dt="2026-08-03T11:09:56.751" v="149" actId="20577"/>
          <ac:spMkLst>
            <pc:docMk/>
            <pc:sldMk cId="2701657666" sldId="259"/>
            <ac:spMk id="3" creationId="{7164D0A4-23B7-A2E0-6C60-F1899C02DA7B}"/>
          </ac:spMkLst>
        </pc:spChg>
      </pc:sldChg>
      <pc:sldChg chg="addSp delSp modSp new mod">
        <pc:chgData name="Yikai Yang" userId="8e02c822-c327-48a7-81c5-b1fa0bcfafb6" providerId="ADAL" clId="{C543DA76-4D31-5754-9A3C-28953F977D6B}" dt="2026-08-03T15:19:12.442" v="652" actId="1036"/>
        <pc:sldMkLst>
          <pc:docMk/>
          <pc:sldMk cId="3110449688" sldId="260"/>
        </pc:sldMkLst>
        <pc:spChg chg="del">
          <ac:chgData name="Yikai Yang" userId="8e02c822-c327-48a7-81c5-b1fa0bcfafb6" providerId="ADAL" clId="{C543DA76-4D31-5754-9A3C-28953F977D6B}" dt="2026-08-03T11:14:11.744" v="205" actId="478"/>
          <ac:spMkLst>
            <pc:docMk/>
            <pc:sldMk cId="3110449688" sldId="260"/>
            <ac:spMk id="2" creationId="{7355AC15-25CE-C805-D469-646A8B18F80B}"/>
          </ac:spMkLst>
        </pc:spChg>
        <pc:spChg chg="add mod">
          <ac:chgData name="Yikai Yang" userId="8e02c822-c327-48a7-81c5-b1fa0bcfafb6" providerId="ADAL" clId="{C543DA76-4D31-5754-9A3C-28953F977D6B}" dt="2026-08-03T15:09:53.813" v="531" actId="20577"/>
          <ac:spMkLst>
            <pc:docMk/>
            <pc:sldMk cId="3110449688" sldId="260"/>
            <ac:spMk id="2" creationId="{DA16C97F-670D-94F2-F49F-E06DD04A1C68}"/>
          </ac:spMkLst>
        </pc:spChg>
        <pc:spChg chg="del">
          <ac:chgData name="Yikai Yang" userId="8e02c822-c327-48a7-81c5-b1fa0bcfafb6" providerId="ADAL" clId="{C543DA76-4D31-5754-9A3C-28953F977D6B}" dt="2026-08-03T11:14:11.744" v="205" actId="478"/>
          <ac:spMkLst>
            <pc:docMk/>
            <pc:sldMk cId="3110449688" sldId="260"/>
            <ac:spMk id="3" creationId="{5382D5A1-EB27-341B-D2EA-A2DA47621A83}"/>
          </ac:spMkLst>
        </pc:spChg>
        <pc:spChg chg="add del mod">
          <ac:chgData name="Yikai Yang" userId="8e02c822-c327-48a7-81c5-b1fa0bcfafb6" providerId="ADAL" clId="{C543DA76-4D31-5754-9A3C-28953F977D6B}" dt="2026-08-03T15:14:44.012" v="647" actId="478"/>
          <ac:spMkLst>
            <pc:docMk/>
            <pc:sldMk cId="3110449688" sldId="260"/>
            <ac:spMk id="5" creationId="{13D622F7-DF15-5032-DA24-B117045328E3}"/>
          </ac:spMkLst>
        </pc:spChg>
        <pc:spChg chg="add mod">
          <ac:chgData name="Yikai Yang" userId="8e02c822-c327-48a7-81c5-b1fa0bcfafb6" providerId="ADAL" clId="{C543DA76-4D31-5754-9A3C-28953F977D6B}" dt="2026-08-03T15:19:12.442" v="652" actId="1036"/>
          <ac:spMkLst>
            <pc:docMk/>
            <pc:sldMk cId="3110449688" sldId="260"/>
            <ac:spMk id="7" creationId="{C6BFBCF7-EE8D-526B-4728-DFD2FAAB7787}"/>
          </ac:spMkLst>
        </pc:spChg>
        <pc:spChg chg="add mod">
          <ac:chgData name="Yikai Yang" userId="8e02c822-c327-48a7-81c5-b1fa0bcfafb6" providerId="ADAL" clId="{C543DA76-4D31-5754-9A3C-28953F977D6B}" dt="2026-08-03T15:19:12.442" v="652" actId="1036"/>
          <ac:spMkLst>
            <pc:docMk/>
            <pc:sldMk cId="3110449688" sldId="260"/>
            <ac:spMk id="8" creationId="{B6E0B1BE-FA95-52BB-4C89-7FE590C3FEA4}"/>
          </ac:spMkLst>
        </pc:spChg>
        <pc:spChg chg="add mod">
          <ac:chgData name="Yikai Yang" userId="8e02c822-c327-48a7-81c5-b1fa0bcfafb6" providerId="ADAL" clId="{C543DA76-4D31-5754-9A3C-28953F977D6B}" dt="2026-08-03T14:57:24.395" v="405" actId="1076"/>
          <ac:spMkLst>
            <pc:docMk/>
            <pc:sldMk cId="3110449688" sldId="260"/>
            <ac:spMk id="10" creationId="{8A3BCEDF-EA43-F784-B000-CCCC32E68E16}"/>
          </ac:spMkLst>
        </pc:spChg>
        <pc:spChg chg="add mod">
          <ac:chgData name="Yikai Yang" userId="8e02c822-c327-48a7-81c5-b1fa0bcfafb6" providerId="ADAL" clId="{C543DA76-4D31-5754-9A3C-28953F977D6B}" dt="2026-08-03T15:14:44.364" v="648"/>
          <ac:spMkLst>
            <pc:docMk/>
            <pc:sldMk cId="3110449688" sldId="260"/>
            <ac:spMk id="13" creationId="{19E7E679-6684-A9A5-195E-CDB6AC19532D}"/>
          </ac:spMkLst>
        </pc:spChg>
        <pc:grpChg chg="add mod">
          <ac:chgData name="Yikai Yang" userId="8e02c822-c327-48a7-81c5-b1fa0bcfafb6" providerId="ADAL" clId="{C543DA76-4D31-5754-9A3C-28953F977D6B}" dt="2026-08-03T15:19:12.442" v="652" actId="1036"/>
          <ac:grpSpMkLst>
            <pc:docMk/>
            <pc:sldMk cId="3110449688" sldId="260"/>
            <ac:grpSpMk id="3" creationId="{BAF2EC89-913E-209F-37B6-9D14BE12AF01}"/>
          </ac:grpSpMkLst>
        </pc:grpChg>
        <pc:grpChg chg="add mod">
          <ac:chgData name="Yikai Yang" userId="8e02c822-c327-48a7-81c5-b1fa0bcfafb6" providerId="ADAL" clId="{C543DA76-4D31-5754-9A3C-28953F977D6B}" dt="2026-08-03T15:19:12.442" v="652" actId="1036"/>
          <ac:grpSpMkLst>
            <pc:docMk/>
            <pc:sldMk cId="3110449688" sldId="260"/>
            <ac:grpSpMk id="11" creationId="{472C7D57-B557-47CA-AC48-1268A770C174}"/>
          </ac:grpSpMkLst>
        </pc:grpChg>
        <pc:picChg chg="add mod">
          <ac:chgData name="Yikai Yang" userId="8e02c822-c327-48a7-81c5-b1fa0bcfafb6" providerId="ADAL" clId="{C543DA76-4D31-5754-9A3C-28953F977D6B}" dt="2026-08-03T15:19:12.442" v="652" actId="1036"/>
          <ac:picMkLst>
            <pc:docMk/>
            <pc:sldMk cId="3110449688" sldId="260"/>
            <ac:picMk id="4" creationId="{747212A6-CBFC-5A72-727D-08E98859CB15}"/>
          </ac:picMkLst>
        </pc:picChg>
        <pc:picChg chg="add del mod">
          <ac:chgData name="Yikai Yang" userId="8e02c822-c327-48a7-81c5-b1fa0bcfafb6" providerId="ADAL" clId="{C543DA76-4D31-5754-9A3C-28953F977D6B}" dt="2026-08-03T11:29:56.383" v="210" actId="478"/>
          <ac:picMkLst>
            <pc:docMk/>
            <pc:sldMk cId="3110449688" sldId="260"/>
            <ac:picMk id="4" creationId="{932ABC19-75B5-72B1-8F8A-B771C5376415}"/>
          </ac:picMkLst>
        </pc:picChg>
        <pc:picChg chg="add del mod">
          <ac:chgData name="Yikai Yang" userId="8e02c822-c327-48a7-81c5-b1fa0bcfafb6" providerId="ADAL" clId="{C543DA76-4D31-5754-9A3C-28953F977D6B}" dt="2026-08-03T14:53:37" v="380" actId="478"/>
          <ac:picMkLst>
            <pc:docMk/>
            <pc:sldMk cId="3110449688" sldId="260"/>
            <ac:picMk id="5" creationId="{1EFA3CEE-048A-EE82-931B-C4CA0868B086}"/>
          </ac:picMkLst>
        </pc:picChg>
        <pc:picChg chg="add mod">
          <ac:chgData name="Yikai Yang" userId="8e02c822-c327-48a7-81c5-b1fa0bcfafb6" providerId="ADAL" clId="{C543DA76-4D31-5754-9A3C-28953F977D6B}" dt="2026-08-03T15:19:12.442" v="652" actId="1036"/>
          <ac:picMkLst>
            <pc:docMk/>
            <pc:sldMk cId="3110449688" sldId="260"/>
            <ac:picMk id="6" creationId="{3F1C0CF2-8FF1-D961-194E-E86A54112942}"/>
          </ac:picMkLst>
        </pc:picChg>
        <pc:picChg chg="add mod">
          <ac:chgData name="Yikai Yang" userId="8e02c822-c327-48a7-81c5-b1fa0bcfafb6" providerId="ADAL" clId="{C543DA76-4D31-5754-9A3C-28953F977D6B}" dt="2026-08-03T14:57:20.023" v="404" actId="1076"/>
          <ac:picMkLst>
            <pc:docMk/>
            <pc:sldMk cId="3110449688" sldId="260"/>
            <ac:picMk id="9" creationId="{3DE1FAF6-5D52-2065-50AD-D370E0B6075A}"/>
          </ac:picMkLst>
        </pc:picChg>
        <pc:picChg chg="add mod">
          <ac:chgData name="Yikai Yang" userId="8e02c822-c327-48a7-81c5-b1fa0bcfafb6" providerId="ADAL" clId="{C543DA76-4D31-5754-9A3C-28953F977D6B}" dt="2026-08-03T15:05:14.540" v="512" actId="1076"/>
          <ac:picMkLst>
            <pc:docMk/>
            <pc:sldMk cId="3110449688" sldId="260"/>
            <ac:picMk id="12" creationId="{8445A83F-41D1-0AEE-CE6E-99E2C8464ED5}"/>
          </ac:picMkLst>
        </pc:picChg>
      </pc:sldChg>
      <pc:sldChg chg="addSp delSp modSp new mod ord">
        <pc:chgData name="Yikai Yang" userId="8e02c822-c327-48a7-81c5-b1fa0bcfafb6" providerId="ADAL" clId="{C543DA76-4D31-5754-9A3C-28953F977D6B}" dt="2026-08-03T15:03:46.605" v="506" actId="1076"/>
        <pc:sldMkLst>
          <pc:docMk/>
          <pc:sldMk cId="1879681982" sldId="261"/>
        </pc:sldMkLst>
        <pc:spChg chg="del">
          <ac:chgData name="Yikai Yang" userId="8e02c822-c327-48a7-81c5-b1fa0bcfafb6" providerId="ADAL" clId="{C543DA76-4D31-5754-9A3C-28953F977D6B}" dt="2026-08-03T11:32:11.039" v="227" actId="478"/>
          <ac:spMkLst>
            <pc:docMk/>
            <pc:sldMk cId="1879681982" sldId="261"/>
            <ac:spMk id="2" creationId="{6F15B0AC-31E8-A8C1-F2C3-98853573F070}"/>
          </ac:spMkLst>
        </pc:spChg>
        <pc:spChg chg="del">
          <ac:chgData name="Yikai Yang" userId="8e02c822-c327-48a7-81c5-b1fa0bcfafb6" providerId="ADAL" clId="{C543DA76-4D31-5754-9A3C-28953F977D6B}" dt="2026-08-03T11:32:11.039" v="227" actId="478"/>
          <ac:spMkLst>
            <pc:docMk/>
            <pc:sldMk cId="1879681982" sldId="261"/>
            <ac:spMk id="3" creationId="{05A8A33E-1499-4726-E63A-99F33951B03E}"/>
          </ac:spMkLst>
        </pc:spChg>
        <pc:spChg chg="add mod">
          <ac:chgData name="Yikai Yang" userId="8e02c822-c327-48a7-81c5-b1fa0bcfafb6" providerId="ADAL" clId="{C543DA76-4D31-5754-9A3C-28953F977D6B}" dt="2026-08-03T14:57:51.104" v="407" actId="1076"/>
          <ac:spMkLst>
            <pc:docMk/>
            <pc:sldMk cId="1879681982" sldId="261"/>
            <ac:spMk id="10" creationId="{09A9B263-2C34-BEF1-F9A1-59F870525078}"/>
          </ac:spMkLst>
        </pc:spChg>
        <pc:spChg chg="add mod">
          <ac:chgData name="Yikai Yang" userId="8e02c822-c327-48a7-81c5-b1fa0bcfafb6" providerId="ADAL" clId="{C543DA76-4D31-5754-9A3C-28953F977D6B}" dt="2026-08-03T14:57:51.104" v="407" actId="1076"/>
          <ac:spMkLst>
            <pc:docMk/>
            <pc:sldMk cId="1879681982" sldId="261"/>
            <ac:spMk id="11" creationId="{02831978-26E3-0F6C-244B-71EC27DF5CF0}"/>
          </ac:spMkLst>
        </pc:spChg>
        <pc:spChg chg="add mod">
          <ac:chgData name="Yikai Yang" userId="8e02c822-c327-48a7-81c5-b1fa0bcfafb6" providerId="ADAL" clId="{C543DA76-4D31-5754-9A3C-28953F977D6B}" dt="2026-08-03T15:03:26.678" v="484" actId="1076"/>
          <ac:spMkLst>
            <pc:docMk/>
            <pc:sldMk cId="1879681982" sldId="261"/>
            <ac:spMk id="12" creationId="{CFDBF757-4D8D-F57C-6802-7C8CA8ED66B3}"/>
          </ac:spMkLst>
        </pc:spChg>
        <pc:picChg chg="add del mod">
          <ac:chgData name="Yikai Yang" userId="8e02c822-c327-48a7-81c5-b1fa0bcfafb6" providerId="ADAL" clId="{C543DA76-4D31-5754-9A3C-28953F977D6B}" dt="2026-08-03T12:14:44.564" v="259" actId="478"/>
          <ac:picMkLst>
            <pc:docMk/>
            <pc:sldMk cId="1879681982" sldId="261"/>
            <ac:picMk id="4" creationId="{24E8F693-3351-0B1B-3A2A-999EF1928BEE}"/>
          </ac:picMkLst>
        </pc:picChg>
        <pc:picChg chg="add del mod">
          <ac:chgData name="Yikai Yang" userId="8e02c822-c327-48a7-81c5-b1fa0bcfafb6" providerId="ADAL" clId="{C543DA76-4D31-5754-9A3C-28953F977D6B}" dt="2026-08-03T12:14:44.933" v="260" actId="478"/>
          <ac:picMkLst>
            <pc:docMk/>
            <pc:sldMk cId="1879681982" sldId="261"/>
            <ac:picMk id="5" creationId="{2B08AFFC-E128-6D3D-6EF1-E322A5DBD7B1}"/>
          </ac:picMkLst>
        </pc:picChg>
        <pc:picChg chg="add del mod">
          <ac:chgData name="Yikai Yang" userId="8e02c822-c327-48a7-81c5-b1fa0bcfafb6" providerId="ADAL" clId="{C543DA76-4D31-5754-9A3C-28953F977D6B}" dt="2026-08-03T12:14:37.211" v="257" actId="478"/>
          <ac:picMkLst>
            <pc:docMk/>
            <pc:sldMk cId="1879681982" sldId="261"/>
            <ac:picMk id="6" creationId="{631BA76B-9E9B-B67C-FF36-50F85128ECD8}"/>
          </ac:picMkLst>
        </pc:picChg>
        <pc:picChg chg="add mod">
          <ac:chgData name="Yikai Yang" userId="8e02c822-c327-48a7-81c5-b1fa0bcfafb6" providerId="ADAL" clId="{C543DA76-4D31-5754-9A3C-28953F977D6B}" dt="2026-08-03T15:03:36.530" v="502" actId="1036"/>
          <ac:picMkLst>
            <pc:docMk/>
            <pc:sldMk cId="1879681982" sldId="261"/>
            <ac:picMk id="7" creationId="{4B164391-632F-ADB8-B142-2E560C808341}"/>
          </ac:picMkLst>
        </pc:picChg>
        <pc:picChg chg="add mod">
          <ac:chgData name="Yikai Yang" userId="8e02c822-c327-48a7-81c5-b1fa0bcfafb6" providerId="ADAL" clId="{C543DA76-4D31-5754-9A3C-28953F977D6B}" dt="2026-08-03T15:03:36.530" v="502" actId="1036"/>
          <ac:picMkLst>
            <pc:docMk/>
            <pc:sldMk cId="1879681982" sldId="261"/>
            <ac:picMk id="8" creationId="{8C9DAA06-ED5B-439B-90EA-FE7BD76B1719}"/>
          </ac:picMkLst>
        </pc:picChg>
        <pc:picChg chg="add del mod">
          <ac:chgData name="Yikai Yang" userId="8e02c822-c327-48a7-81c5-b1fa0bcfafb6" providerId="ADAL" clId="{C543DA76-4D31-5754-9A3C-28953F977D6B}" dt="2026-08-03T12:15:51.449" v="288" actId="478"/>
          <ac:picMkLst>
            <pc:docMk/>
            <pc:sldMk cId="1879681982" sldId="261"/>
            <ac:picMk id="9" creationId="{CEF5DFEF-1792-DAD9-4154-012B6F10DB38}"/>
          </ac:picMkLst>
        </pc:picChg>
        <pc:picChg chg="add mod">
          <ac:chgData name="Yikai Yang" userId="8e02c822-c327-48a7-81c5-b1fa0bcfafb6" providerId="ADAL" clId="{C543DA76-4D31-5754-9A3C-28953F977D6B}" dt="2026-08-03T15:03:46.605" v="506" actId="1076"/>
          <ac:picMkLst>
            <pc:docMk/>
            <pc:sldMk cId="1879681982" sldId="261"/>
            <ac:picMk id="13" creationId="{318C3F38-3516-D910-EC77-DDCF9C7D8EB9}"/>
          </ac:picMkLst>
        </pc:picChg>
      </pc:sldChg>
      <pc:sldChg chg="delSp modSp add del mod">
        <pc:chgData name="Yikai Yang" userId="8e02c822-c327-48a7-81c5-b1fa0bcfafb6" providerId="ADAL" clId="{C543DA76-4D31-5754-9A3C-28953F977D6B}" dt="2026-08-03T12:14:54.478" v="266" actId="2696"/>
        <pc:sldMkLst>
          <pc:docMk/>
          <pc:sldMk cId="2973921150" sldId="262"/>
        </pc:sldMkLst>
        <pc:picChg chg="del mod">
          <ac:chgData name="Yikai Yang" userId="8e02c822-c327-48a7-81c5-b1fa0bcfafb6" providerId="ADAL" clId="{C543DA76-4D31-5754-9A3C-28953F977D6B}" dt="2026-08-03T12:14:46.657" v="262" actId="478"/>
          <ac:picMkLst>
            <pc:docMk/>
            <pc:sldMk cId="2973921150" sldId="262"/>
            <ac:picMk id="4" creationId="{03E28AF7-2FEB-B7AB-45BC-9961D02CBF96}"/>
          </ac:picMkLst>
        </pc:picChg>
        <pc:picChg chg="del">
          <ac:chgData name="Yikai Yang" userId="8e02c822-c327-48a7-81c5-b1fa0bcfafb6" providerId="ADAL" clId="{C543DA76-4D31-5754-9A3C-28953F977D6B}" dt="2026-08-03T12:14:47.356" v="263" actId="478"/>
          <ac:picMkLst>
            <pc:docMk/>
            <pc:sldMk cId="2973921150" sldId="262"/>
            <ac:picMk id="5" creationId="{993CD5DA-21AB-F994-151F-07FE6B7E57CD}"/>
          </ac:picMkLst>
        </pc:picChg>
        <pc:picChg chg="del">
          <ac:chgData name="Yikai Yang" userId="8e02c822-c327-48a7-81c5-b1fa0bcfafb6" providerId="ADAL" clId="{C543DA76-4D31-5754-9A3C-28953F977D6B}" dt="2026-08-03T12:14:47.876" v="264" actId="478"/>
          <ac:picMkLst>
            <pc:docMk/>
            <pc:sldMk cId="2973921150" sldId="262"/>
            <ac:picMk id="6" creationId="{0E336212-DC91-FF7B-BC7C-5D1D26AB4D76}"/>
          </ac:picMkLst>
        </pc:picChg>
      </pc:sldChg>
      <pc:sldChg chg="addSp delSp modSp add mod ord">
        <pc:chgData name="Yikai Yang" userId="8e02c822-c327-48a7-81c5-b1fa0bcfafb6" providerId="ADAL" clId="{C543DA76-4D31-5754-9A3C-28953F977D6B}" dt="2026-08-03T12:21:07.987" v="379" actId="1076"/>
        <pc:sldMkLst>
          <pc:docMk/>
          <pc:sldMk cId="1088612263" sldId="263"/>
        </pc:sldMkLst>
        <pc:spChg chg="add del mod">
          <ac:chgData name="Yikai Yang" userId="8e02c822-c327-48a7-81c5-b1fa0bcfafb6" providerId="ADAL" clId="{C543DA76-4D31-5754-9A3C-28953F977D6B}" dt="2026-08-03T12:20:42.739" v="368" actId="478"/>
          <ac:spMkLst>
            <pc:docMk/>
            <pc:sldMk cId="1088612263" sldId="263"/>
            <ac:spMk id="3" creationId="{EDCAD72C-51F8-575C-E1BB-C7248C51C42F}"/>
          </ac:spMkLst>
        </pc:spChg>
        <pc:spChg chg="add mod">
          <ac:chgData name="Yikai Yang" userId="8e02c822-c327-48a7-81c5-b1fa0bcfafb6" providerId="ADAL" clId="{C543DA76-4D31-5754-9A3C-28953F977D6B}" dt="2026-08-03T12:20:47.714" v="370" actId="1076"/>
          <ac:spMkLst>
            <pc:docMk/>
            <pc:sldMk cId="1088612263" sldId="263"/>
            <ac:spMk id="4" creationId="{F476B123-862E-7A96-190B-253A0B9FF87B}"/>
          </ac:spMkLst>
        </pc:spChg>
        <pc:spChg chg="add mod">
          <ac:chgData name="Yikai Yang" userId="8e02c822-c327-48a7-81c5-b1fa0bcfafb6" providerId="ADAL" clId="{C543DA76-4D31-5754-9A3C-28953F977D6B}" dt="2026-08-03T12:20:49.690" v="371"/>
          <ac:spMkLst>
            <pc:docMk/>
            <pc:sldMk cId="1088612263" sldId="263"/>
            <ac:spMk id="5" creationId="{47C4006D-DCD2-5109-621A-4FA07836BC58}"/>
          </ac:spMkLst>
        </pc:spChg>
        <pc:spChg chg="add mod">
          <ac:chgData name="Yikai Yang" userId="8e02c822-c327-48a7-81c5-b1fa0bcfafb6" providerId="ADAL" clId="{C543DA76-4D31-5754-9A3C-28953F977D6B}" dt="2026-08-03T12:21:07.987" v="379" actId="1076"/>
          <ac:spMkLst>
            <pc:docMk/>
            <pc:sldMk cId="1088612263" sldId="263"/>
            <ac:spMk id="6" creationId="{CB9357B0-5920-DD1A-DD92-9DDC7BE64F1F}"/>
          </ac:spMkLst>
        </pc:spChg>
        <pc:picChg chg="add mod">
          <ac:chgData name="Yikai Yang" userId="8e02c822-c327-48a7-81c5-b1fa0bcfafb6" providerId="ADAL" clId="{C543DA76-4D31-5754-9A3C-28953F977D6B}" dt="2026-08-03T12:20:52.177" v="373" actId="1076"/>
          <ac:picMkLst>
            <pc:docMk/>
            <pc:sldMk cId="1088612263" sldId="263"/>
            <ac:picMk id="2" creationId="{583B73BF-5E6E-C941-B04C-62DF02E3F339}"/>
          </ac:picMkLst>
        </pc:picChg>
        <pc:picChg chg="del">
          <ac:chgData name="Yikai Yang" userId="8e02c822-c327-48a7-81c5-b1fa0bcfafb6" providerId="ADAL" clId="{C543DA76-4D31-5754-9A3C-28953F977D6B}" dt="2026-08-03T12:15:04.047" v="268" actId="478"/>
          <ac:picMkLst>
            <pc:docMk/>
            <pc:sldMk cId="1088612263" sldId="263"/>
            <ac:picMk id="7" creationId="{87B56C65-306F-011F-D662-E3567F88F982}"/>
          </ac:picMkLst>
        </pc:picChg>
        <pc:picChg chg="mod">
          <ac:chgData name="Yikai Yang" userId="8e02c822-c327-48a7-81c5-b1fa0bcfafb6" providerId="ADAL" clId="{C543DA76-4D31-5754-9A3C-28953F977D6B}" dt="2026-08-03T12:15:33.879" v="284" actId="1035"/>
          <ac:picMkLst>
            <pc:docMk/>
            <pc:sldMk cId="1088612263" sldId="263"/>
            <ac:picMk id="8" creationId="{C592662B-092A-F150-33EE-F5726AAF4479}"/>
          </ac:picMkLst>
        </pc:picChg>
      </pc:sldChg>
      <pc:sldChg chg="addSp delSp modSp new mod">
        <pc:chgData name="Yikai Yang" userId="8e02c822-c327-48a7-81c5-b1fa0bcfafb6" providerId="ADAL" clId="{C543DA76-4D31-5754-9A3C-28953F977D6B}" dt="2026-08-03T15:47:00.769" v="707" actId="1076"/>
        <pc:sldMkLst>
          <pc:docMk/>
          <pc:sldMk cId="956029177" sldId="264"/>
        </pc:sldMkLst>
        <pc:spChg chg="del">
          <ac:chgData name="Yikai Yang" userId="8e02c822-c327-48a7-81c5-b1fa0bcfafb6" providerId="ADAL" clId="{C543DA76-4D31-5754-9A3C-28953F977D6B}" dt="2026-08-03T15:42:14.747" v="654" actId="478"/>
          <ac:spMkLst>
            <pc:docMk/>
            <pc:sldMk cId="956029177" sldId="264"/>
            <ac:spMk id="2" creationId="{F36D38C6-3ACC-8130-5AAC-854F1EAC14B7}"/>
          </ac:spMkLst>
        </pc:spChg>
        <pc:spChg chg="del">
          <ac:chgData name="Yikai Yang" userId="8e02c822-c327-48a7-81c5-b1fa0bcfafb6" providerId="ADAL" clId="{C543DA76-4D31-5754-9A3C-28953F977D6B}" dt="2026-08-03T15:42:14.747" v="654" actId="478"/>
          <ac:spMkLst>
            <pc:docMk/>
            <pc:sldMk cId="956029177" sldId="264"/>
            <ac:spMk id="3" creationId="{E57817F0-71D0-4408-BD4B-F5FAEA001D03}"/>
          </ac:spMkLst>
        </pc:spChg>
        <pc:spChg chg="add mod">
          <ac:chgData name="Yikai Yang" userId="8e02c822-c327-48a7-81c5-b1fa0bcfafb6" providerId="ADAL" clId="{C543DA76-4D31-5754-9A3C-28953F977D6B}" dt="2026-08-03T15:44:51.293" v="673" actId="1076"/>
          <ac:spMkLst>
            <pc:docMk/>
            <pc:sldMk cId="956029177" sldId="264"/>
            <ac:spMk id="5" creationId="{D365883E-7B81-0E2A-256F-CD69868A9723}"/>
          </ac:spMkLst>
        </pc:spChg>
        <pc:spChg chg="add mod">
          <ac:chgData name="Yikai Yang" userId="8e02c822-c327-48a7-81c5-b1fa0bcfafb6" providerId="ADAL" clId="{C543DA76-4D31-5754-9A3C-28953F977D6B}" dt="2026-08-03T15:46:03.902" v="678" actId="1076"/>
          <ac:spMkLst>
            <pc:docMk/>
            <pc:sldMk cId="956029177" sldId="264"/>
            <ac:spMk id="6" creationId="{8F49D661-3F0B-AE60-793A-440FCC4E2B67}"/>
          </ac:spMkLst>
        </pc:spChg>
        <pc:spChg chg="add mod">
          <ac:chgData name="Yikai Yang" userId="8e02c822-c327-48a7-81c5-b1fa0bcfafb6" providerId="ADAL" clId="{C543DA76-4D31-5754-9A3C-28953F977D6B}" dt="2026-08-03T15:46:48.380" v="697" actId="1076"/>
          <ac:spMkLst>
            <pc:docMk/>
            <pc:sldMk cId="956029177" sldId="264"/>
            <ac:spMk id="7" creationId="{FDA7492A-372F-39AF-BE68-0C0DE161CD01}"/>
          </ac:spMkLst>
        </pc:spChg>
        <pc:spChg chg="add mod">
          <ac:chgData name="Yikai Yang" userId="8e02c822-c327-48a7-81c5-b1fa0bcfafb6" providerId="ADAL" clId="{C543DA76-4D31-5754-9A3C-28953F977D6B}" dt="2026-08-03T15:47:00.769" v="707" actId="1076"/>
          <ac:spMkLst>
            <pc:docMk/>
            <pc:sldMk cId="956029177" sldId="264"/>
            <ac:spMk id="8" creationId="{5801C7D8-B190-9206-D82A-5E0128370594}"/>
          </ac:spMkLst>
        </pc:spChg>
        <pc:picChg chg="add mod">
          <ac:chgData name="Yikai Yang" userId="8e02c822-c327-48a7-81c5-b1fa0bcfafb6" providerId="ADAL" clId="{C543DA76-4D31-5754-9A3C-28953F977D6B}" dt="2026-08-03T15:46:31.022" v="681" actId="1076"/>
          <ac:picMkLst>
            <pc:docMk/>
            <pc:sldMk cId="956029177" sldId="264"/>
            <ac:picMk id="4" creationId="{270E8297-72A3-8D5E-67D2-965F206411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721E9-C61B-9443-9FAA-70FE88095B3B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495C2-D1D1-3D4A-9058-7985B883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79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495C2-D1D1-3D4A-9058-7985B883C13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20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D40BD-1467-1757-A061-8638590D0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E0CD1-7804-8115-A39D-316CB2080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42E08-DEFC-FAB3-43B8-280AA70CE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F3436-61D0-D8DE-4B21-4C5BC211C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495C2-D1D1-3D4A-9058-7985B883C13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6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5137-598C-DAA1-7242-9B63B2255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8FD63-540D-D7F6-16EE-D86F0579A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3AD19-2C9A-94DF-E7FF-D647E80F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BB4F9-F2B0-B376-512C-409127CF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77D14-4476-2804-F175-254FC483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7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9A1A-6F4D-CFB9-8033-E9CACCCD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7EBB7-17CC-5C87-C35A-40E6BA337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D8036-DE1C-A083-44A1-6B49DD2C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40232-2261-A3A4-AB37-0F1B8E20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D81FE-8B21-667D-FEAF-A8C7DC6F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7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2192-1480-A283-3BE5-7FB901C8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119D7-2B6A-0F84-5D0C-14DCF0CF1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B17B5-1F5E-E72E-BCDB-6DD91D0D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EF409-F7AD-0918-A5A4-A620F066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E269F-A193-B0FD-47CF-1D9A16DC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4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1AB1-51A7-982D-4C14-D274B26F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2CDE0-F741-3ED7-8F9C-D010C67E3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0FA17-777B-FC1F-E34D-45C88D865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C9767-C11B-5542-3097-1069A43C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58C6A-7332-4E3D-DDA5-103F0B2D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9EDA0-5628-7936-4F8B-959E59E8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2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420D-252F-9964-EA4E-158DE6CF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4EFC1-B679-EA37-0B90-76C2A8CB5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94B91-0C5C-838C-AA16-1E02DA3C3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4D1A7-2378-8B04-BF40-49465DD74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F5F1F-0779-6FB8-104E-F97F5F139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9D4DF-EB0A-299D-F3A9-034AB068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191FB-A4E7-A0C5-D331-368491A4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ED2CD-65BE-587A-11CF-52A45D093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2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F7479-4A83-F4F6-5647-5BD8CFF4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E06E1-AE71-760D-AF74-D2644092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45E46-7612-7E10-C66C-8D84BB2A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0115C-7AE9-C857-E85F-240A78D4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2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9CCF0-E5F1-49A7-4DFB-E9520A1E9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1FED1-6148-1B59-5CBC-F35894F1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C1BAE-E337-5AED-D5D2-192C94CB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2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8EB-6F27-4C31-78CB-DDA84F5E7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F7CB0-E87E-52DB-CC0C-EE6999C94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94E5F-5213-B6A4-F816-94AB676A6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90DE0-CA5F-55DD-03BC-EC5ED83C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2749E-E094-94B8-FF96-68E7BCECF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6EA59-4E11-B36E-9941-7A066404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2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D83E-4D61-8DA9-1063-AA91E4DD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C6493-0AF5-00E3-40E5-5F6203DCB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F2432-AB87-5B52-3A03-1CDF65F9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F547A-6611-0EB4-353D-1AF288C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277D9-16F0-E884-E793-4ACC86F3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F300B-8AFB-7C9D-0F86-2CB8CDB6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DCBD-09F9-135B-946E-C20B597B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38103-F495-036A-C87A-09C84E76F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C7512-0A64-B1E4-0782-62348308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3EF83-5B36-7800-00E2-47AB1A31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EBF22-ED15-7282-5A71-57DEBA90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8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1DFF2E-B5A1-59A2-8E63-98842D0F5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816D9-4453-D82E-A6E5-991E0F6BD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D6B1-262D-C558-04D7-AC9931FF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BF6F-8C44-5F49-232F-BFCD56CC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4124B-72D9-E9D0-6C34-DE25265A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2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E74BF-8868-25FD-4AAA-A3260E9DB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CBD50-84CA-C97E-CA97-BA2C0E96D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B7C62-77B5-4357-EA40-4E568282E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00114-0E93-8842-84ED-063D7A964B6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C842B-9745-74C3-CC91-B29E821E6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9DFC3-3275-D8DA-3178-6F55913C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5E06E-5D61-204A-8FCB-B3F0159D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7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07DE-0FEA-1703-0DE8-EBA326DAA5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Reproduction of 1/z expansion method on LiHoF</a:t>
            </a:r>
            <a:r>
              <a:rPr lang="en-US" baseline="-25000" dirty="0"/>
              <a:t>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4D0A4-23B7-A2E0-6C60-F1899C02D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Yikai Yang</a:t>
            </a:r>
          </a:p>
          <a:p>
            <a:r>
              <a:rPr lang="en-US" dirty="0"/>
              <a:t>2026.08.02</a:t>
            </a:r>
          </a:p>
        </p:txBody>
      </p:sp>
    </p:spTree>
    <p:extLst>
      <p:ext uri="{BB962C8B-B14F-4D97-AF65-F5344CB8AC3E}">
        <p14:creationId xmlns:p14="http://schemas.microsoft.com/office/powerpoint/2010/main" val="2701657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E3D91-A447-2BB5-5399-85A1888F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09" y="1272232"/>
            <a:ext cx="5956674" cy="4938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231054-E2EE-42A8-6FAE-791DF8A1A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864" y="1381193"/>
            <a:ext cx="5429317" cy="47206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91DF84-D691-7656-8565-3CC87298AE88}"/>
              </a:ext>
            </a:extLst>
          </p:cNvPr>
          <p:cNvSpPr txBox="1"/>
          <p:nvPr/>
        </p:nvSpPr>
        <p:spPr>
          <a:xfrm>
            <a:off x="902361" y="6338726"/>
            <a:ext cx="4913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H. Ronnow, et al. Phys. Rev. B 75, 054426 (2007)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CDF1F-DDF2-4CF4-7790-76937E06B1FB}"/>
              </a:ext>
            </a:extLst>
          </p:cNvPr>
          <p:cNvSpPr txBox="1"/>
          <p:nvPr/>
        </p:nvSpPr>
        <p:spPr>
          <a:xfrm>
            <a:off x="8427835" y="6338726"/>
            <a:ext cx="153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CE775-581B-FD4C-DB96-B334A8B8995D}"/>
              </a:ext>
            </a:extLst>
          </p:cNvPr>
          <p:cNvSpPr txBox="1"/>
          <p:nvPr/>
        </p:nvSpPr>
        <p:spPr>
          <a:xfrm>
            <a:off x="544010" y="621087"/>
            <a:ext cx="623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Reproduction of PRB 75, 054426 (2007)</a:t>
            </a:r>
          </a:p>
        </p:txBody>
      </p:sp>
    </p:spTree>
    <p:extLst>
      <p:ext uri="{BB962C8B-B14F-4D97-AF65-F5344CB8AC3E}">
        <p14:creationId xmlns:p14="http://schemas.microsoft.com/office/powerpoint/2010/main" val="46174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1C0CF2-8FF1-D961-194E-E86A54112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6" y="2520898"/>
            <a:ext cx="4395956" cy="3622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BFBCF7-EE8D-526B-4728-DFD2FAAB7787}"/>
              </a:ext>
            </a:extLst>
          </p:cNvPr>
          <p:cNvSpPr txBox="1"/>
          <p:nvPr/>
        </p:nvSpPr>
        <p:spPr>
          <a:xfrm>
            <a:off x="248375" y="6198394"/>
            <a:ext cx="414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H. Ronnow, et al. Phys. Rev. B 75, 054426 (2007)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0B1BE-FA95-52BB-4C89-7FE590C3FEA4}"/>
              </a:ext>
            </a:extLst>
          </p:cNvPr>
          <p:cNvSpPr txBox="1"/>
          <p:nvPr/>
        </p:nvSpPr>
        <p:spPr>
          <a:xfrm>
            <a:off x="7654401" y="6198394"/>
            <a:ext cx="153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Reproduction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2C7D57-B557-47CA-AC48-1268A770C174}"/>
              </a:ext>
            </a:extLst>
          </p:cNvPr>
          <p:cNvGrpSpPr/>
          <p:nvPr/>
        </p:nvGrpSpPr>
        <p:grpSpPr>
          <a:xfrm>
            <a:off x="4518222" y="2568138"/>
            <a:ext cx="3813940" cy="3622178"/>
            <a:chOff x="4702376" y="1803262"/>
            <a:chExt cx="3813940" cy="362217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E1FAF6-5D52-2065-50AD-D370E0B60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2376" y="1803262"/>
              <a:ext cx="3813940" cy="362217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3BCEDF-EA43-F784-B000-CCCC32E68E16}"/>
                </a:ext>
              </a:extLst>
            </p:cNvPr>
            <p:cNvSpPr txBox="1"/>
            <p:nvPr/>
          </p:nvSpPr>
          <p:spPr>
            <a:xfrm>
              <a:off x="5248974" y="2152891"/>
              <a:ext cx="1360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E</a:t>
              </a:r>
              <a:r>
                <a:rPr lang="en-US" baseline="-25000" dirty="0" err="1">
                  <a:solidFill>
                    <a:schemeClr val="bg1"/>
                  </a:solidFill>
                </a:rPr>
                <a:t>cal</a:t>
              </a:r>
              <a:r>
                <a:rPr lang="en-US" dirty="0">
                  <a:solidFill>
                    <a:schemeClr val="bg1"/>
                  </a:solidFill>
                </a:rPr>
                <a:t>(0), A = 0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AF2EC89-913E-209F-37B6-9D14BE12AF01}"/>
              </a:ext>
            </a:extLst>
          </p:cNvPr>
          <p:cNvGrpSpPr/>
          <p:nvPr/>
        </p:nvGrpSpPr>
        <p:grpSpPr>
          <a:xfrm>
            <a:off x="8424035" y="2568138"/>
            <a:ext cx="3813940" cy="3630785"/>
            <a:chOff x="8424035" y="1850502"/>
            <a:chExt cx="3813940" cy="363078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445A83F-41D1-0AEE-CE6E-99E2C8464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4035" y="1850502"/>
              <a:ext cx="3813940" cy="3630785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A16C97F-670D-94F2-F49F-E06DD04A1C68}"/>
                </a:ext>
              </a:extLst>
            </p:cNvPr>
            <p:cNvSpPr txBox="1"/>
            <p:nvPr/>
          </p:nvSpPr>
          <p:spPr>
            <a:xfrm>
              <a:off x="10194334" y="4493848"/>
              <a:ext cx="1360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E</a:t>
              </a:r>
              <a:r>
                <a:rPr lang="en-US" baseline="-25000" dirty="0" err="1">
                  <a:solidFill>
                    <a:schemeClr val="bg1"/>
                  </a:solidFill>
                </a:rPr>
                <a:t>cal</a:t>
              </a:r>
              <a:r>
                <a:rPr lang="en-US" dirty="0">
                  <a:solidFill>
                    <a:schemeClr val="bg1"/>
                  </a:solidFill>
                </a:rPr>
                <a:t>(0), A &gt; 0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47212A6-CBFC-5A72-727D-08E98859C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4035" y="48678"/>
            <a:ext cx="3544508" cy="24722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E7E679-6684-A9A5-195E-CDB6AC19532D}"/>
              </a:ext>
            </a:extLst>
          </p:cNvPr>
          <p:cNvSpPr txBox="1"/>
          <p:nvPr/>
        </p:nvSpPr>
        <p:spPr>
          <a:xfrm>
            <a:off x="544010" y="621087"/>
            <a:ext cx="623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Reproduction of PRB 75, 054426 (2007)</a:t>
            </a:r>
          </a:p>
        </p:txBody>
      </p:sp>
    </p:spTree>
    <p:extLst>
      <p:ext uri="{BB962C8B-B14F-4D97-AF65-F5344CB8AC3E}">
        <p14:creationId xmlns:p14="http://schemas.microsoft.com/office/powerpoint/2010/main" val="311044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318230-089E-6DF7-53AA-33ED0163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22" y="589280"/>
            <a:ext cx="11554356" cy="5232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1FC81C-FFB0-7021-95AA-4EE824A5537D}"/>
              </a:ext>
            </a:extLst>
          </p:cNvPr>
          <p:cNvSpPr txBox="1"/>
          <p:nvPr/>
        </p:nvSpPr>
        <p:spPr>
          <a:xfrm>
            <a:off x="9326880" y="1036320"/>
            <a:ext cx="1745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RPA calculation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B4373-2DD0-494B-3DEA-CE373B241DCF}"/>
              </a:ext>
            </a:extLst>
          </p:cNvPr>
          <p:cNvSpPr txBox="1"/>
          <p:nvPr/>
        </p:nvSpPr>
        <p:spPr>
          <a:xfrm>
            <a:off x="3077309" y="1036320"/>
            <a:ext cx="155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1/z expansion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68E2AF-E7C2-BD0A-9A47-2A5A9A837032}"/>
              </a:ext>
            </a:extLst>
          </p:cNvPr>
          <p:cNvSpPr/>
          <p:nvPr/>
        </p:nvSpPr>
        <p:spPr>
          <a:xfrm>
            <a:off x="2316480" y="5140960"/>
            <a:ext cx="1320800" cy="6807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523D23-01CF-C1D1-D603-5607F3804A7D}"/>
              </a:ext>
            </a:extLst>
          </p:cNvPr>
          <p:cNvSpPr/>
          <p:nvPr/>
        </p:nvSpPr>
        <p:spPr>
          <a:xfrm>
            <a:off x="8666480" y="5140960"/>
            <a:ext cx="1320800" cy="6807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0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164391-632F-ADB8-B142-2E560C808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7" y="2167556"/>
            <a:ext cx="5973537" cy="4236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9DAA06-ED5B-439B-90EA-FE7BD76B1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67556"/>
            <a:ext cx="5973539" cy="42363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A9B263-2C34-BEF1-F9A1-59F870525078}"/>
              </a:ext>
            </a:extLst>
          </p:cNvPr>
          <p:cNvSpPr txBox="1"/>
          <p:nvPr/>
        </p:nvSpPr>
        <p:spPr>
          <a:xfrm>
            <a:off x="1942324" y="6488668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MF</a:t>
            </a:r>
            <a:r>
              <a:rPr lang="en-US" dirty="0"/>
              <a:t> vs </a:t>
            </a:r>
            <a:r>
              <a:rPr lang="en-US" b="1" dirty="0"/>
              <a:t>1/z expansion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831978-26E3-0F6C-244B-71EC27DF5CF0}"/>
              </a:ext>
            </a:extLst>
          </p:cNvPr>
          <p:cNvSpPr txBox="1"/>
          <p:nvPr/>
        </p:nvSpPr>
        <p:spPr>
          <a:xfrm>
            <a:off x="7581124" y="6488668"/>
            <a:ext cx="359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MF</a:t>
            </a:r>
            <a:r>
              <a:rPr lang="en-US" dirty="0"/>
              <a:t> vs </a:t>
            </a:r>
            <a:r>
              <a:rPr lang="en-US" b="1" dirty="0"/>
              <a:t>1/z expansion</a:t>
            </a:r>
            <a:r>
              <a:rPr lang="en-US" dirty="0"/>
              <a:t> vs </a:t>
            </a:r>
            <a:r>
              <a:rPr lang="en-US" b="1" dirty="0"/>
              <a:t>1/z + ODD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DBF757-4D8D-F57C-6802-7C8CA8ED66B3}"/>
              </a:ext>
            </a:extLst>
          </p:cNvPr>
          <p:cNvSpPr txBox="1"/>
          <p:nvPr/>
        </p:nvSpPr>
        <p:spPr>
          <a:xfrm>
            <a:off x="186955" y="345965"/>
            <a:ext cx="4292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New ingredient beyond 1/z expansion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8C3F38-3516-D910-EC77-DDCF9C7D8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609" y="297940"/>
            <a:ext cx="5973537" cy="178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1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1DEA-A63D-A9C2-D308-5493D830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92662B-092A-F150-33EE-F5726AAF4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0" y="1221108"/>
            <a:ext cx="6096000" cy="43231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3B73BF-5E6E-C941-B04C-62DF02E3F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359" y="1221108"/>
            <a:ext cx="6030491" cy="43231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6B123-862E-7A96-190B-253A0B9FF87B}"/>
              </a:ext>
            </a:extLst>
          </p:cNvPr>
          <p:cNvSpPr txBox="1"/>
          <p:nvPr/>
        </p:nvSpPr>
        <p:spPr>
          <a:xfrm>
            <a:off x="1534399" y="5733228"/>
            <a:ext cx="359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MF</a:t>
            </a:r>
            <a:r>
              <a:rPr lang="en-US" dirty="0"/>
              <a:t> vs </a:t>
            </a:r>
            <a:r>
              <a:rPr lang="en-US" b="1" dirty="0"/>
              <a:t>1/z expansion</a:t>
            </a:r>
            <a:r>
              <a:rPr lang="en-US" dirty="0"/>
              <a:t> vs </a:t>
            </a:r>
            <a:r>
              <a:rPr lang="en-US" b="1" dirty="0"/>
              <a:t>1/z + ODD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9357B0-5920-DD1A-DD92-9DDC7BE64F1F}"/>
              </a:ext>
            </a:extLst>
          </p:cNvPr>
          <p:cNvSpPr txBox="1"/>
          <p:nvPr/>
        </p:nvSpPr>
        <p:spPr>
          <a:xfrm>
            <a:off x="7981382" y="5733228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1/z expansion</a:t>
            </a:r>
            <a:r>
              <a:rPr lang="en-US" dirty="0"/>
              <a:t> vs </a:t>
            </a:r>
            <a:r>
              <a:rPr lang="en-US" b="1" dirty="0"/>
              <a:t>1/z + ODD</a:t>
            </a:r>
          </a:p>
        </p:txBody>
      </p:sp>
    </p:spTree>
    <p:extLst>
      <p:ext uri="{BB962C8B-B14F-4D97-AF65-F5344CB8AC3E}">
        <p14:creationId xmlns:p14="http://schemas.microsoft.com/office/powerpoint/2010/main" val="1088612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0E8297-72A3-8D5E-67D2-965F2064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4" y="1702125"/>
            <a:ext cx="11761312" cy="4455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65883E-7B81-0E2A-256F-CD69868A9723}"/>
              </a:ext>
            </a:extLst>
          </p:cNvPr>
          <p:cNvSpPr txBox="1"/>
          <p:nvPr/>
        </p:nvSpPr>
        <p:spPr>
          <a:xfrm>
            <a:off x="3252486" y="5155875"/>
            <a:ext cx="91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Artifact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49D661-3F0B-AE60-793A-440FCC4E2B67}"/>
              </a:ext>
            </a:extLst>
          </p:cNvPr>
          <p:cNvSpPr/>
          <p:nvPr/>
        </p:nvSpPr>
        <p:spPr>
          <a:xfrm>
            <a:off x="2581155" y="4588186"/>
            <a:ext cx="567159" cy="15047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7492A-372F-39AF-BE68-0C0DE161CD01}"/>
              </a:ext>
            </a:extLst>
          </p:cNvPr>
          <p:cNvSpPr txBox="1"/>
          <p:nvPr/>
        </p:nvSpPr>
        <p:spPr>
          <a:xfrm>
            <a:off x="3252486" y="2090513"/>
            <a:ext cx="155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1/z expansion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1C7D8-B190-9206-D82A-5E0128370594}"/>
              </a:ext>
            </a:extLst>
          </p:cNvPr>
          <p:cNvSpPr txBox="1"/>
          <p:nvPr/>
        </p:nvSpPr>
        <p:spPr>
          <a:xfrm>
            <a:off x="10442294" y="2090513"/>
            <a:ext cx="581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RPA</a:t>
            </a:r>
          </a:p>
        </p:txBody>
      </p:sp>
    </p:spTree>
    <p:extLst>
      <p:ext uri="{BB962C8B-B14F-4D97-AF65-F5344CB8AC3E}">
        <p14:creationId xmlns:p14="http://schemas.microsoft.com/office/powerpoint/2010/main" val="956029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143</Words>
  <Application>Microsoft Macintosh PowerPoint</Application>
  <PresentationFormat>Widescreen</PresentationFormat>
  <Paragraphs>23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Reproduction of 1/z expansion method on LiHoF4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Yikai Yang</dc:creator>
  <cp:lastModifiedBy>Yikai Yang</cp:lastModifiedBy>
  <cp:revision>1</cp:revision>
  <dcterms:created xsi:type="dcterms:W3CDTF">2026-08-03T11:04:04Z</dcterms:created>
  <dcterms:modified xsi:type="dcterms:W3CDTF">2026-08-03T15:47:08Z</dcterms:modified>
</cp:coreProperties>
</file>